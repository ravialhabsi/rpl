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E28A-2E25-99E1-913A-18394AC9B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9B7B6-E403-22A4-2562-F2CA014EB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E415-C2C2-A29F-30F8-E5923E5C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7CC10-77E0-8517-2CD0-F1FAEA4D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D4D33-9255-377D-2CBD-E3DD0E62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22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FA81-D97B-96BE-1AE8-B081C13D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D30B9-9CA6-4488-A39F-4B841F5AF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4D6A5-32B0-E892-0489-1B0446EC1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A7FE1-A522-3304-443B-FD73BA168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2F53-D5BF-C6E4-66B4-250050EC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39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7C5F-BC51-77F1-C68C-82E4CE887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0399F-9299-8A38-7074-F03261D34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06BE1-74AA-C725-45F0-AD6AF2D2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E3DD5-BED4-7C51-DAA0-58C52E6A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E88A-6EF6-A90A-507A-68CB6D0AB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38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3902-8DC7-122C-6D43-ADA04A222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422A5-330C-D946-EAAB-2EC6CE893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75072-F571-F8F7-9BEC-67FAE4308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C9B97-BA49-BFD4-0D49-B4EDC372C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E224B-4DF3-EF8C-9C5F-04692BD4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C8390-89A4-678A-945A-1757A500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5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BE4D-45E9-D0EA-39E0-9374570E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67D5A-6A8C-6EDD-2CE8-B7A71934E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BE3F7-1574-E462-8A76-FA4A3F2FA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9E93B-1CAE-F9E0-0EC7-DD1945158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924DF-D87C-1179-A072-7C135F9E7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56D271-68A8-5117-C390-0ECFEFAE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50A86-581F-D14D-DEC7-AFB17360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031DE2-6663-47CA-0FC0-1158298E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8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EA5C-03C3-C15C-1B44-9838E63F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A46C5-9496-B6EB-F61C-DA74F7E39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39089-64D5-0A6F-665D-9302CD3DB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FD028-0DC2-0162-85EA-26D78677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9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57A75-8A36-FC97-957E-17487AE0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C24FC-BF34-A218-58E0-F20439C9E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44622-1277-39D6-CFD2-07EF6C5D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3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3943-D79B-0A67-B145-AB1266234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2FDDF-C1C1-2C9D-A6F6-6217999E9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38FAE-0A8A-79AC-D15C-EB173594B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2C988-3B9F-E970-2A43-03C87F91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8BD83-B6B0-3F02-90A3-A69F8FEE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4CC0C-45BB-2C53-91AD-A52757FC7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8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783A-1FF5-0F96-17BA-C6EBE631C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6319BB-4D30-081D-274A-40260EFEB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A85CF-89DC-8CFE-EE64-BC96882B7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72AA1-C9CF-5891-C3DE-EC6DF163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D16B3-5FB2-22A9-59DE-A1BE4D0F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DADC1-CE60-F55F-3A64-4C0F69A57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4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E0EA4-6EFE-FE02-5E7F-2F7CF04FC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CB7D2-5FED-52D2-8766-A228D4300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01E7-6761-973E-9692-D61476D8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9E383-DF9B-64F7-8A27-0068961F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80AD2-325E-86F7-1C49-DFF3C381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52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7A353B-B72A-E8D4-7798-EA902A70E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BFF23-7D5A-FD9C-3680-7DB0ABBAC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0D5F7-6F8E-4481-3BD8-27817EF6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7AD3E-2B9E-E793-8A61-1CDE96DAD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4336-5F4D-2C6C-5005-6C724349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02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76003-919B-A0F0-40C8-F85A3D4F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E2D19-8EB8-1CF5-A99E-739912CD5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BE26C-E935-EF18-168A-011D4BDA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EE648-1724-71B3-86FD-3C28848F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4DA9B-857F-3775-ABE2-4E68DEA0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7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BAC4AC-17E6-3946-2198-82CC4485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1A1FF-58CE-C74D-47D8-9D120475E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565A6-9A9C-7161-206E-8CBDF838A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032EA-C478-407D-874A-3671195AF1A7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48466-C45C-D81C-A112-4830410D9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AE18D-9CB5-29FF-491D-410EBED29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41E70-AADA-48C6-9748-66224B3E4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03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2B6B-2FCC-EA6F-BC2E-3D4EEA15C5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PERANCANGAN DATABASE (ERD)
Sistem Manajemen Hotel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5AA7C-0443-843C-9961-661045C14C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Studi Kasus: Hotel Anomali Raja Sawit
Kelompok ERD</a:t>
            </a:r>
          </a:p>
        </p:txBody>
      </p:sp>
    </p:spTree>
    <p:extLst>
      <p:ext uri="{BB962C8B-B14F-4D97-AF65-F5344CB8AC3E}">
        <p14:creationId xmlns:p14="http://schemas.microsoft.com/office/powerpoint/2010/main" val="366868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1890-F801-A89E-C959-B65467D5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Tahap 1: Penentuan Entitas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3C558-9293-51D0-A6D1-067996E1B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 Paste Gambar Tahap 1 dari folder 'gambar group' di sini ]
Menentukan entitas utama dalam sistem.</a:t>
            </a:r>
          </a:p>
        </p:txBody>
      </p:sp>
    </p:spTree>
    <p:extLst>
      <p:ext uri="{BB962C8B-B14F-4D97-AF65-F5344CB8AC3E}">
        <p14:creationId xmlns:p14="http://schemas.microsoft.com/office/powerpoint/2010/main" val="184847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B6BE-9935-FF31-70A0-F19B647E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Tahap 2: Penentuan Atribut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84596-3225-DFB7-241F-6761AC9CE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 Paste Gambar Tahap 2 dari folder 'gambar group' di sini ]
Menetapkan field/kolom data untuk tiap entitas.</a:t>
            </a:r>
          </a:p>
        </p:txBody>
      </p:sp>
    </p:spTree>
    <p:extLst>
      <p:ext uri="{BB962C8B-B14F-4D97-AF65-F5344CB8AC3E}">
        <p14:creationId xmlns:p14="http://schemas.microsoft.com/office/powerpoint/2010/main" val="160231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7CD61-FB9D-8099-97F0-64AC250C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Tahap 3: Penentuan Kardinalitas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B1C44-90B0-5577-BA7C-96511A787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 Paste Gambar Tahap 3 dari folder 'gambar group' di sini ]
Menentukan relasi One-to-Many dan Many-to-Many.</a:t>
            </a:r>
          </a:p>
        </p:txBody>
      </p:sp>
    </p:spTree>
    <p:extLst>
      <p:ext uri="{BB962C8B-B14F-4D97-AF65-F5344CB8AC3E}">
        <p14:creationId xmlns:p14="http://schemas.microsoft.com/office/powerpoint/2010/main" val="1076966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EABD-D0E7-1FA6-7CCE-24A9D67F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Tahap 4: ERD Lengkap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6983B-CE69-E57F-8551-261D6F199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 Paste Gambar Tahap 4 dari folder 'gambar group' di sini ]
Hasil akhir perancangan ERD.</a:t>
            </a:r>
          </a:p>
        </p:txBody>
      </p:sp>
    </p:spTree>
    <p:extLst>
      <p:ext uri="{BB962C8B-B14F-4D97-AF65-F5344CB8AC3E}">
        <p14:creationId xmlns:p14="http://schemas.microsoft.com/office/powerpoint/2010/main" val="98214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PERANCANGAN DATABASE (ERD)
Sistem Manajemen Hotel</vt:lpstr>
      <vt:lpstr>Tahap 1: Penentuan Entitas</vt:lpstr>
      <vt:lpstr>Tahap 2: Penentuan Atribut</vt:lpstr>
      <vt:lpstr>Tahap 3: Penentuan Kardinalitas</vt:lpstr>
      <vt:lpstr>Tahap 4: ERD Lengkap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2026-06-25T08:32:06Z</dcterms:created>
  <dcterms:modified xsi:type="dcterms:W3CDTF">2026-06-25T08:32:06Z</dcterms:modified>
</cp:coreProperties>
</file>