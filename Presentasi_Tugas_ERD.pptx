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62D8A-A391-3DAE-F820-43F116C21E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FA635-2B32-C4C9-AB28-4E2DB85C9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6852E-44E6-B153-F73E-A2626AF4B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7A74C-77B4-4565-B8D1-4B5480F49EE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9E308-F2DD-D729-8856-2F5163A0B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C98D8-F4C0-C23B-2D32-59F6960F1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AFF6C-A5B8-4554-B0DF-4FA0E3FA6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62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86268-07F6-DAB7-D68A-AA89418AF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B6B91-4781-2B94-585E-B18BF73D4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03CEE-D3A7-E995-F953-CEE4ADAA2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7A74C-77B4-4565-B8D1-4B5480F49EE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E9B24-0A3E-CC6C-5D44-AB669F25D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8D4A3-6B51-3E8D-90A0-7594587CE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AFF6C-A5B8-4554-B0DF-4FA0E3FA6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981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FBD5-C2A5-FB0E-5A72-A9D06A194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EA82C-FB84-B276-4330-CD6C66589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76159-40C7-CC1F-8DAB-C4CFE08EA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7A74C-77B4-4565-B8D1-4B5480F49EE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10701-4E05-C762-80A5-B66D87A07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17E17-4A40-8589-1B92-0BDB44E33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AFF6C-A5B8-4554-B0DF-4FA0E3FA6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578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807CE-E298-445F-BA31-39BD51B77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4F70E-2EDA-DDED-7B3F-1A0F19E3C7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7C69DF-2C4E-2510-21D5-87C241F61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57F59-95AD-A987-A096-727DF6B8A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7A74C-77B4-4565-B8D1-4B5480F49EE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A8067-BC55-2AA7-6478-E984DEB1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54AE4-B631-7ED9-A13E-5655AFD81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AFF6C-A5B8-4554-B0DF-4FA0E3FA6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2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9C5F0-7DAE-CEE5-219E-6B8803CE2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73882-E148-A52B-10A4-D935CAD7D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E05BD6-6FBF-ECA6-C2D9-6812A2FB8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AA8D8F-64D4-3ECA-F503-D5BBEBF520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63D697-D169-B153-B88E-DEB90D643C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80B837-B0C2-A646-2A7B-72A57C39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7A74C-77B4-4565-B8D1-4B5480F49EE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65B456-DFC9-24D9-7E0B-67F660C68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BD56D5-4F29-0061-E098-3EE6B9258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AFF6C-A5B8-4554-B0DF-4FA0E3FA6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12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00F45-8A50-1136-CE86-880046CAD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B6D5FB-CC6B-3AED-161A-6958D1C74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7A74C-77B4-4565-B8D1-4B5480F49EE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3D6E2B-31D6-B958-690E-87E53BB22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9958A-3739-D20E-A82F-8FFF3BEEA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AFF6C-A5B8-4554-B0DF-4FA0E3FA6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727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7C86E4-C4CC-9417-1465-A5ADE1450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7A74C-77B4-4565-B8D1-4B5480F49EE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BD9447-FBBE-1A11-ABC2-DE5012CD3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9C35D-ACFC-F8CC-5263-151ACE8A4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AFF6C-A5B8-4554-B0DF-4FA0E3FA6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36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4CB27-EF66-8F2E-617D-D71651E7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A6443-06FC-582C-BBCC-2D7D5C57E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BD78A-3464-D4FE-811B-7EEFA0966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BE45D-5D45-E94A-B252-C58183DD6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7A74C-77B4-4565-B8D1-4B5480F49EE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5441B-AA3D-5C16-8401-6866A4E28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D94A5B-FBB6-D3BE-765A-47D621283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AFF6C-A5B8-4554-B0DF-4FA0E3FA6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203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2C7F2-81AF-C673-0B65-434BBC09B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1D34B0-A88F-5EFA-8856-C6983F2B6B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77470-FCDC-F78E-34D7-27F1D2149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BC46B-28B1-3084-85A8-CABFA4D9A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7A74C-77B4-4565-B8D1-4B5480F49EE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6E52CB-836B-1E5A-FEAA-72F0B85BB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0F302-A83B-B30A-77B1-972BC3E1D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AFF6C-A5B8-4554-B0DF-4FA0E3FA6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127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BFDC5-5400-19A7-8940-C22A34AA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676B25-5481-887A-F275-D1FE7C0BB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EB1FD-41A1-D2C5-69C4-FA5EDBBF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7A74C-77B4-4565-B8D1-4B5480F49EE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6451B-E959-4237-61E1-06F05497D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FB810-3675-C70D-18F5-CD891EB34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AFF6C-A5B8-4554-B0DF-4FA0E3FA6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993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88F3B7-F5C6-1C6D-6C58-73DB8BA067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E3608F-3673-8681-B8DE-863D640E00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A967C-B43D-2100-6C91-AE0494F6E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7A74C-77B4-4565-B8D1-4B5480F49EE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CF970-7C15-0C25-3E98-29658F494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3C656-DC43-BAB1-CDC4-6D32B7F1C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AFF6C-A5B8-4554-B0DF-4FA0E3FA6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899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44CC8-1F5A-7C7F-CE3A-35601FFF8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FBF0E-2A14-A8AB-67A7-EF3B61AFF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573CA-0639-9BFF-8717-DDAB8D0F4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7A74C-77B4-4565-B8D1-4B5480F49EE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EFBA2-00EB-9C49-3D97-8C012CB7C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C1178-9A6D-48E9-2BA8-C52FD226C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AFF6C-A5B8-4554-B0DF-4FA0E3FA6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72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70838-F020-5F38-A767-AFA70B04D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86873-7314-C414-78F8-0FEF450FB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68D82-3813-1A6B-3198-C298BAB0BE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C7A74C-77B4-4565-B8D1-4B5480F49EE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0D23-015A-A3A2-26D3-3A829B6BD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03AD0-7114-8BBF-8A66-8CC64ECC4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AFF6C-A5B8-4554-B0DF-4FA0E3FA6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97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6E0C0-794E-B888-D798-46BFE33159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PERANCANGAN DATABASE (ERD)
Sistem Manajemen Hotel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F9F342-3620-F770-92EA-5F48D7F0D4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/>
              <a:t>Studi Kasus: Hotel Anomali Raja Sawit
Kelompok:
Muh Kholaf Asmaul Ikhsan
Ravi Al Habsi Ramadan
Tristan Napalem Singarimbun
Ridho Aidilla
Fadel Muhammad Rasyid</a:t>
            </a:r>
          </a:p>
        </p:txBody>
      </p:sp>
    </p:spTree>
    <p:extLst>
      <p:ext uri="{BB962C8B-B14F-4D97-AF65-F5344CB8AC3E}">
        <p14:creationId xmlns:p14="http://schemas.microsoft.com/office/powerpoint/2010/main" val="4277805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B3859-9E9E-A150-48B9-B41F51811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Profil Sistem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E8E17-E84B-5E7B-50AA-884AFDE52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Sistem Informasi Manajemen Hotel Anomali Raja Sawit
- Infrastruktur perangkat lunak untuk mengotomatisasi operasional hotel.
- Fokus Utama: Pengelolaan data kamar, reservasi tamu, manajemen staf.
- Tujuan: Meminimalkan anomali data dan mengintegrasikan alur kerja secara terstruktur.</a:t>
            </a:r>
          </a:p>
        </p:txBody>
      </p:sp>
    </p:spTree>
    <p:extLst>
      <p:ext uri="{BB962C8B-B14F-4D97-AF65-F5344CB8AC3E}">
        <p14:creationId xmlns:p14="http://schemas.microsoft.com/office/powerpoint/2010/main" val="3017396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9619C-50D8-430E-C48E-FCC9F769E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Tahap 1: Penentuan Entitas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E18FD-FC11-007C-5C13-841166A63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Berdasarkan analisis kebutuhan, kami menetapkan 6 Entitas utama:
- Tamu: Konsumen yang menginap.
- Kamar: Objek yang disewakan.
- Reservasi: Transaksi pemesanan.
- Resepsionis: Staf front-office (Check-in/out).
- Administrator: Pengelola master data.
- Housekeeping: Petugas kebersihan kamar.</a:t>
            </a:r>
          </a:p>
        </p:txBody>
      </p:sp>
    </p:spTree>
    <p:extLst>
      <p:ext uri="{BB962C8B-B14F-4D97-AF65-F5344CB8AC3E}">
        <p14:creationId xmlns:p14="http://schemas.microsoft.com/office/powerpoint/2010/main" val="4104600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90706-C471-37BE-E605-A7978AA9A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Tahap 2: Penentuan Atribut &amp; Primary Key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F77C3-7012-E11C-66AB-680F6BDE5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Tamu: Id_Tamu (PK), Nama, Alamat, KTP, Telepon
Kamar: No_kamar (PK), Tipe, Harga, Fasilitas, Status
Reservasi: Id_Reservasi (PK), Tgl In/Out, Total, Status_Bayar
Resepsionis: Id_Resepsionis (PK), Nama, Jadwal_Shift
Administrator: Id_admin (PK), Nama, Username, Email
Housekeeping: Id_Housekeeping (PK), Nama, Area_Tugas</a:t>
            </a:r>
          </a:p>
        </p:txBody>
      </p:sp>
    </p:spTree>
    <p:extLst>
      <p:ext uri="{BB962C8B-B14F-4D97-AF65-F5344CB8AC3E}">
        <p14:creationId xmlns:p14="http://schemas.microsoft.com/office/powerpoint/2010/main" val="3712259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1D845-1CF6-0377-D031-C065B2F4E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Tahap 3: Penentuan Kardinalitas Relasi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27327-1AFE-3CC3-6C2D-BD9B5C1CD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- Tamu -&gt; Reservasi (1 to M) : Satu tamu bisa melakukan banyak reservasi.
- Kamar -&gt; Reservasi (1 to M) : Satu kamar bisa dipesan di banyak reservasi (beda waktu).
- Resepsionis -&gt; Reservasi (1 to M) : Satu staf menangani banyak pemesanan.
- Administrator -&gt; Kamar (1 to M) : Admin mengelola banyak data kamar.
- Housekeeping -&gt; Kamar (M to M) : Banyak petugas membersihkan banyak kamar.</a:t>
            </a:r>
          </a:p>
        </p:txBody>
      </p:sp>
    </p:spTree>
    <p:extLst>
      <p:ext uri="{BB962C8B-B14F-4D97-AF65-F5344CB8AC3E}">
        <p14:creationId xmlns:p14="http://schemas.microsoft.com/office/powerpoint/2010/main" val="3203754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D4A2B-292B-B4C9-E7D1-B4CC47E1C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Tahap 4: Entity Relationship Diagram (ERD)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AAD30-4077-1AE6-F1A6-673422546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[ Silakan Paste Gambar ERD dari file Draw.io di sini ]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550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E9746-1AEA-F67D-3F44-C1F6D6812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Kesimpulan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285F1-6839-687B-32C9-97986E6BE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Pembuatan ERD Hotel Anomali Raja Sawit melalui 4 tahapan sistematis.
- Struktur database dirancang mengoptimalkan konsistensi antara data master dan transaksional.
- Integrasi antar divisi (Front Office, Housekeeping, Admin) berjalan efektif karena terhubung pada database relasional yang sama.</a:t>
            </a:r>
          </a:p>
        </p:txBody>
      </p:sp>
    </p:spTree>
    <p:extLst>
      <p:ext uri="{BB962C8B-B14F-4D97-AF65-F5344CB8AC3E}">
        <p14:creationId xmlns:p14="http://schemas.microsoft.com/office/powerpoint/2010/main" val="3758044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A404B-2450-2A59-F9BE-78A3EE4489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TERIMA KASIH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891EF-BA62-640D-F51E-EAC613576E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/>
              <a:t>Sesi Tanya Jawab (Q&amp;A)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07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PERANCANGAN DATABASE (ERD)
Sistem Manajemen Hotel</vt:lpstr>
      <vt:lpstr>1. Profil Sistem</vt:lpstr>
      <vt:lpstr>Tahap 1: Penentuan Entitas</vt:lpstr>
      <vt:lpstr>Tahap 2: Penentuan Atribut &amp; Primary Key</vt:lpstr>
      <vt:lpstr>Tahap 3: Penentuan Kardinalitas Relasi</vt:lpstr>
      <vt:lpstr>Tahap 4: Entity Relationship Diagram (ERD)</vt:lpstr>
      <vt:lpstr>Kesimpulan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2026-06-25T08:12:16Z</dcterms:created>
  <dcterms:modified xsi:type="dcterms:W3CDTF">2026-06-25T08:12:16Z</dcterms:modified>
</cp:coreProperties>
</file>